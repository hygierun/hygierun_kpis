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9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3885A-3097-4826-BC6B-B97B750E3B3C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5469A-695F-4BE3-9D5D-3CFA2A4E4A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316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C6EDB8-3453-726C-D1A1-8B92D379A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1FCF2D0-D9C1-142F-33FD-A59458782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BE7593-7555-8D6C-8941-7D324574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5242DB-7142-1ACF-95E9-D2058769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66559A-A683-6AF6-9739-34A4F3E1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28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AF6BF2-57BF-E6F7-EA85-AF6DA8AB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9708C5-92E2-87C6-C115-16C473287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5E9119-83AE-87B3-CC42-5EA097A9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31974F-50B0-F9AB-024D-36C0B29B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3FD508-1DB7-3084-8460-D93E4EA4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15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E8D7E-D7D1-8C8B-66D8-7E08A0F3C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DB7BF1-CE63-F991-7C21-9456E5B12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DF0DCE-D565-D48B-E88F-032D8ACA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321160-B8CC-BF92-20BE-1898F912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B9D41B-FAAC-18E2-C405-AA0AFBA99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61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86455-1713-2081-D9FB-59077CC0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A33751-F245-3E12-989F-407458B91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94F48A-61DA-53CE-500C-F1CDE911B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D40AA0-8294-71CB-4DF8-1FD9D006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36B983-648B-3F02-9216-9348AB25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E4CFC4-743E-73BB-0AB7-294408DD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89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FB6E77-F1BB-7873-3C57-88227B957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534DFD-D18F-2A77-4BD0-6F7561B63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E9E6EC-DEAE-BF99-382E-284B61A45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A6EE967-4BFF-28A5-B908-D2753AE42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DC66DB-747B-FD41-D5CF-8076D5B2A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B7198C-F209-8DFD-4818-A3DC692D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289F9F7-F402-C5E8-64D1-A8F69847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3A95EE2-C2A6-7989-B88F-613FC4EA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23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013E31-13B7-EBAA-8300-6B7AE0E3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7CE652-5E9B-98F8-B689-77127EC4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4D38EB-4E7F-4A56-979B-C341E4E5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CF01EA-7C9E-C440-14F2-14E2B60C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74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BDF03B-A848-2C18-C8F4-2A435987C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C0950B-4BC5-CFE3-CA9B-558ED525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7246BB-FDAB-FE22-E87E-28A8EE18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687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02C392-BC9B-5643-AB48-7AC8E2A9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3B50D7-0F84-252F-0081-2504D97A1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691A94-CDDD-9818-5B7B-617F1FD30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D498FE-F042-2722-4C29-042FFACB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5B410C-6A4E-F22F-B341-6D5FE9AD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D94A76-2A51-71B9-FC8F-B6A8350F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147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70254-2EEB-AD63-EE6A-795A5BCD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1800126-960A-E932-2B6E-2A1E52B2D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7AC240-2E7D-892B-3242-770623367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32F2BD-3437-D404-476B-CEFD6409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89F7D2-F794-188F-63B5-996FFE3A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BAFE00-53CA-324D-6510-3557F0A3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604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10B15-9695-D65A-88DE-6573EB3B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87C78B-76E6-D309-6571-2961CCC8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F9BA66-4DB8-97BE-1875-7DBCE8AC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E5DFC4-6B69-8A09-FD71-F0AE64B4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F898AC-F8C1-285D-60C5-55B430F5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67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F68A6E8-A0DF-D1B5-022A-556BF00E5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FBDE0F-43AC-5DC5-4F93-7F9D5FFBD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CAAEF1-907D-AE6C-E62B-0A4F525C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A7DA48-A520-78B5-5DD7-7FEF49EA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24A738-C367-C966-4317-8DB49C18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668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62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3260C4F-51F8-B9C0-8A2F-84B991CF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0E0C7A-E714-6DD8-74AF-690264E8D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CD62FF-C55B-C9D1-3664-150F253EE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7EDF1-0609-481C-816B-41037BFC2041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5EE19-D548-D7A8-6496-AFBE8C728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5FB3CE-5E06-1579-9D0B-616A57093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D8876-2A9E-4402-B492-E231BDFAA6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598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19">
            <a:extLst>
              <a:ext uri="{FF2B5EF4-FFF2-40B4-BE49-F238E27FC236}">
                <a16:creationId xmlns:a16="http://schemas.microsoft.com/office/drawing/2014/main" id="{B97E254F-B13C-4D65-5BBD-75BAC1BA88AB}"/>
              </a:ext>
            </a:extLst>
          </p:cNvPr>
          <p:cNvSpPr/>
          <p:nvPr/>
        </p:nvSpPr>
        <p:spPr>
          <a:xfrm>
            <a:off x="8183880" y="4262706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4419EFA8-C609-0AB2-90F9-6B1597677902}"/>
              </a:ext>
            </a:extLst>
          </p:cNvPr>
          <p:cNvSpPr/>
          <p:nvPr/>
        </p:nvSpPr>
        <p:spPr>
          <a:xfrm>
            <a:off x="502920" y="4262706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9532" y="1543254"/>
            <a:ext cx="5119428" cy="2433738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7" name="Shape 5"/>
          <p:cNvSpPr/>
          <p:nvPr/>
        </p:nvSpPr>
        <p:spPr>
          <a:xfrm>
            <a:off x="758132" y="180843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986732" y="1745438"/>
            <a:ext cx="3081528" cy="280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fr-FR" sz="1400" dirty="0"/>
          </a:p>
        </p:txBody>
      </p:sp>
      <p:sp>
        <p:nvSpPr>
          <p:cNvPr id="9" name="Text 7"/>
          <p:cNvSpPr/>
          <p:nvPr/>
        </p:nvSpPr>
        <p:spPr>
          <a:xfrm>
            <a:off x="758132" y="2146758"/>
            <a:ext cx="3456432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943 cdes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298192" y="2197557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" name="Text 9"/>
          <p:cNvSpPr/>
          <p:nvPr/>
        </p:nvSpPr>
        <p:spPr>
          <a:xfrm>
            <a:off x="2298192" y="2197557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995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−5,2 %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132" y="2949144"/>
            <a:ext cx="3456432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288 k€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298192" y="2999943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4" name="Text 12"/>
          <p:cNvSpPr/>
          <p:nvPr/>
        </p:nvSpPr>
        <p:spPr>
          <a:xfrm>
            <a:off x="2298192" y="2999943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492 k€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−41 %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38868" y="4953096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0" name="Text 18"/>
          <p:cNvSpPr/>
          <p:nvPr/>
        </p:nvSpPr>
        <p:spPr>
          <a:xfrm>
            <a:off x="9738868" y="4953096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60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+5 %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0916" y="4262706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2" name="Shape 20"/>
          <p:cNvSpPr/>
          <p:nvPr/>
        </p:nvSpPr>
        <p:spPr>
          <a:xfrm>
            <a:off x="4509516" y="44973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3" name="Text 21"/>
          <p:cNvSpPr/>
          <p:nvPr/>
        </p:nvSpPr>
        <p:spPr>
          <a:xfrm>
            <a:off x="4738116" y="4396740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Réassort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09516" y="4970730"/>
            <a:ext cx="124815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</a:t>
            </a:r>
            <a:r>
              <a:rPr lang="en-US" sz="2400" b="1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cdes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903976" y="4953078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6" name="Text 24"/>
          <p:cNvSpPr/>
          <p:nvPr/>
        </p:nvSpPr>
        <p:spPr>
          <a:xfrm>
            <a:off x="5903976" y="4953078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31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−19 %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08276" y="4970730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32" name="Text 30"/>
          <p:cNvSpPr/>
          <p:nvPr/>
        </p:nvSpPr>
        <p:spPr>
          <a:xfrm>
            <a:off x="2208276" y="4970730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904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−3,5 %</a:t>
            </a:r>
            <a:endParaRPr lang="en-US" sz="105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AEB7512-7F39-FE4C-441B-13DA8681EF0C}"/>
              </a:ext>
            </a:extLst>
          </p:cNvPr>
          <p:cNvSpPr txBox="1"/>
          <p:nvPr/>
        </p:nvSpPr>
        <p:spPr>
          <a:xfrm>
            <a:off x="8347456" y="5841172"/>
            <a:ext cx="2990088" cy="22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Livraisons / Archivées / </a:t>
            </a:r>
            <a:r>
              <a:rPr lang="fr-FR" b="1" dirty="0"/>
              <a:t>filtre</a:t>
            </a:r>
            <a:r>
              <a:rPr lang="fr-FR" dirty="0"/>
              <a:t> </a:t>
            </a:r>
            <a:r>
              <a:rPr lang="fr-FR" b="1" dirty="0"/>
              <a:t>dates de livraisons </a:t>
            </a:r>
            <a:r>
              <a:rPr lang="fr-FR" dirty="0"/>
              <a:t>/ filtre client dépôt « Nom Tech »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7280083-8CDE-15D3-2E11-0FD905465450}"/>
              </a:ext>
            </a:extLst>
          </p:cNvPr>
          <p:cNvSpPr txBox="1"/>
          <p:nvPr/>
        </p:nvSpPr>
        <p:spPr>
          <a:xfrm>
            <a:off x="4357116" y="5838395"/>
            <a:ext cx="3108960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Livraisons / Archivées / </a:t>
            </a:r>
            <a:r>
              <a:rPr lang="fr-FR" b="1" dirty="0"/>
              <a:t>filtre</a:t>
            </a:r>
            <a:r>
              <a:rPr lang="fr-FR" dirty="0"/>
              <a:t> </a:t>
            </a:r>
            <a:r>
              <a:rPr lang="fr-FR" b="1" dirty="0"/>
              <a:t>dates de livraisons </a:t>
            </a:r>
            <a:r>
              <a:rPr lang="fr-FR" dirty="0"/>
              <a:t>/ filtre client = dépôt showroom 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B429995-384D-1AA0-AEBA-23F79F021DB5}"/>
              </a:ext>
            </a:extLst>
          </p:cNvPr>
          <p:cNvSpPr txBox="1"/>
          <p:nvPr/>
        </p:nvSpPr>
        <p:spPr>
          <a:xfrm>
            <a:off x="578358" y="5813769"/>
            <a:ext cx="2960878" cy="26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Livraisons / Archivées / </a:t>
            </a:r>
            <a:r>
              <a:rPr lang="fr-FR" b="1" dirty="0"/>
              <a:t>filtre</a:t>
            </a:r>
            <a:r>
              <a:rPr lang="fr-FR" dirty="0"/>
              <a:t> </a:t>
            </a:r>
            <a:r>
              <a:rPr lang="fr-FR" b="1" dirty="0"/>
              <a:t>dates de livraisons </a:t>
            </a:r>
            <a:r>
              <a:rPr lang="fr-FR" dirty="0"/>
              <a:t>/  filtre tournée exclus 0 et 524</a:t>
            </a:r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D43C231-7531-39E0-6704-95FAD28113B4}"/>
              </a:ext>
            </a:extLst>
          </p:cNvPr>
          <p:cNvSpPr/>
          <p:nvPr/>
        </p:nvSpPr>
        <p:spPr>
          <a:xfrm>
            <a:off x="731520" y="44973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9825B368-5FB2-A8E8-22AB-29A813DA6606}"/>
              </a:ext>
            </a:extLst>
          </p:cNvPr>
          <p:cNvSpPr/>
          <p:nvPr/>
        </p:nvSpPr>
        <p:spPr>
          <a:xfrm>
            <a:off x="731520" y="4970730"/>
            <a:ext cx="124815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855 cdes</a:t>
            </a:r>
            <a:endParaRPr lang="en-US" sz="24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384BD27D-E814-9D20-D6BF-2FCEC25AE2CD}"/>
              </a:ext>
            </a:extLst>
          </p:cNvPr>
          <p:cNvSpPr/>
          <p:nvPr/>
        </p:nvSpPr>
        <p:spPr>
          <a:xfrm>
            <a:off x="1004316" y="4372088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clients</a:t>
            </a:r>
            <a:endParaRPr lang="en-US" sz="1300" dirty="0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D3983B45-850A-56A2-B9EA-EF3F2D031131}"/>
              </a:ext>
            </a:extLst>
          </p:cNvPr>
          <p:cNvSpPr/>
          <p:nvPr/>
        </p:nvSpPr>
        <p:spPr>
          <a:xfrm>
            <a:off x="8412480" y="44973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BF923203-7A5B-BFAD-F3F4-C96AD3F20766}"/>
              </a:ext>
            </a:extLst>
          </p:cNvPr>
          <p:cNvSpPr/>
          <p:nvPr/>
        </p:nvSpPr>
        <p:spPr>
          <a:xfrm>
            <a:off x="8412480" y="4970730"/>
            <a:ext cx="124815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cdes</a:t>
            </a:r>
            <a:endParaRPr lang="en-US" sz="2400" dirty="0"/>
          </a:p>
        </p:txBody>
      </p:sp>
      <p:sp>
        <p:nvSpPr>
          <p:cNvPr id="76" name="Text 21">
            <a:extLst>
              <a:ext uri="{FF2B5EF4-FFF2-40B4-BE49-F238E27FC236}">
                <a16:creationId xmlns:a16="http://schemas.microsoft.com/office/drawing/2014/main" id="{00A14660-2C53-ED17-9175-4F3DB93C68CA}"/>
              </a:ext>
            </a:extLst>
          </p:cNvPr>
          <p:cNvSpPr/>
          <p:nvPr/>
        </p:nvSpPr>
        <p:spPr>
          <a:xfrm>
            <a:off x="8685276" y="4372088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 = virement de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4785BDAE-DCAF-312B-9507-FEE354167FA9}"/>
              </a:ext>
            </a:extLst>
          </p:cNvPr>
          <p:cNvSpPr txBox="1"/>
          <p:nvPr/>
        </p:nvSpPr>
        <p:spPr>
          <a:xfrm>
            <a:off x="7673340" y="252014"/>
            <a:ext cx="433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!!!</a:t>
            </a:r>
            <a:r>
              <a:rPr lang="fr-RE" sz="1200" i="1" dirty="0">
                <a:solidFill>
                  <a:srgbClr val="7030A0"/>
                </a:solidFill>
              </a:rPr>
              <a:t> Les dates de préparation ne figurent pas dans Neo. </a:t>
            </a:r>
          </a:p>
          <a:p>
            <a:endParaRPr lang="fr-RE" sz="1200" i="1" dirty="0"/>
          </a:p>
          <a:p>
            <a:r>
              <a:rPr lang="fr-RE" sz="1200" i="1" dirty="0"/>
              <a:t>On utilisera donc les dates de livraison pour estimer les volumes de préparation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1329CA37-8A59-8BDB-A4E4-0D503C6CA51A}"/>
              </a:ext>
            </a:extLst>
          </p:cNvPr>
          <p:cNvSpPr txBox="1"/>
          <p:nvPr/>
        </p:nvSpPr>
        <p:spPr>
          <a:xfrm>
            <a:off x="660781" y="3559060"/>
            <a:ext cx="2960878" cy="26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Somme des données ci dessous</a:t>
            </a:r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0DDC70DD-8F76-A616-E94C-99B225DB60AC}"/>
              </a:ext>
            </a:extLst>
          </p:cNvPr>
          <p:cNvSpPr/>
          <p:nvPr/>
        </p:nvSpPr>
        <p:spPr>
          <a:xfrm>
            <a:off x="8183880" y="2066406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BF50CCB-6EDB-545D-82B1-E3FB62227BA0}"/>
              </a:ext>
            </a:extLst>
          </p:cNvPr>
          <p:cNvSpPr/>
          <p:nvPr/>
        </p:nvSpPr>
        <p:spPr>
          <a:xfrm>
            <a:off x="10157772" y="2447328"/>
            <a:ext cx="1179772" cy="470947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568202DE-80CE-6C65-D81A-334D0355C4EB}"/>
              </a:ext>
            </a:extLst>
          </p:cNvPr>
          <p:cNvSpPr/>
          <p:nvPr/>
        </p:nvSpPr>
        <p:spPr>
          <a:xfrm>
            <a:off x="10157772" y="2533277"/>
            <a:ext cx="1179772" cy="3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5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</a:t>
            </a:r>
            <a:r>
              <a:rPr lang="en-US" sz="1600" b="1" dirty="0">
                <a:solidFill>
                  <a:srgbClr val="C0392B"/>
                </a:solidFill>
              </a:rPr>
              <a:t> </a:t>
            </a:r>
            <a:r>
              <a:rPr lang="en-US" sz="1600" b="1" dirty="0">
                <a:solidFill>
                  <a:srgbClr val="2E7D32"/>
                </a:solidFill>
              </a:rPr>
              <a:t>+40 %</a:t>
            </a:r>
            <a:endParaRPr lang="en-US" sz="105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78438A9-6D9D-A463-21D8-C101B92F43C1}"/>
              </a:ext>
            </a:extLst>
          </p:cNvPr>
          <p:cNvSpPr txBox="1"/>
          <p:nvPr/>
        </p:nvSpPr>
        <p:spPr>
          <a:xfrm>
            <a:off x="8329480" y="3644871"/>
            <a:ext cx="3131000" cy="37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Achats / réceptions / </a:t>
            </a:r>
            <a:r>
              <a:rPr lang="fr-FR" dirty="0" err="1"/>
              <a:t>Contenaires</a:t>
            </a:r>
            <a:r>
              <a:rPr lang="fr-FR" dirty="0"/>
              <a:t> sauf vide/ filtre date Réception /  FFR non coché / fournisseur pas autoliquidation / total </a:t>
            </a:r>
            <a:r>
              <a:rPr lang="fr-FR" dirty="0" err="1"/>
              <a:t>contrenaire</a:t>
            </a:r>
            <a:r>
              <a:rPr lang="fr-FR" dirty="0"/>
              <a:t> </a:t>
            </a:r>
            <a:r>
              <a:rPr lang="fr-FR" dirty="0" err="1"/>
              <a:t>disctinct</a:t>
            </a:r>
            <a:r>
              <a:rPr lang="fr-FR" dirty="0"/>
              <a:t> </a:t>
            </a:r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FCB307B6-3618-3223-D4CE-597364ACBC7B}"/>
              </a:ext>
            </a:extLst>
          </p:cNvPr>
          <p:cNvSpPr/>
          <p:nvPr/>
        </p:nvSpPr>
        <p:spPr>
          <a:xfrm>
            <a:off x="8404664" y="23010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F619207A-4866-4379-7DC1-590D4CC3545A}"/>
              </a:ext>
            </a:extLst>
          </p:cNvPr>
          <p:cNvSpPr/>
          <p:nvPr/>
        </p:nvSpPr>
        <p:spPr>
          <a:xfrm>
            <a:off x="8379772" y="2582016"/>
            <a:ext cx="1778000" cy="35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</a:t>
            </a:r>
            <a:r>
              <a:rPr lang="en-US" sz="2400" b="1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ctainer</a:t>
            </a:r>
            <a:endParaRPr lang="en-US" sz="24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C90B57C4-66FF-9A34-680A-E10FC1C3FF0F}"/>
              </a:ext>
            </a:extLst>
          </p:cNvPr>
          <p:cNvSpPr/>
          <p:nvPr/>
        </p:nvSpPr>
        <p:spPr>
          <a:xfrm>
            <a:off x="8667300" y="2175788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dépotage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container </a:t>
            </a:r>
            <a:endParaRPr lang="en-US" sz="13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EC3638C0-76B0-2EF2-6C5B-04A57B78CC7C}"/>
              </a:ext>
            </a:extLst>
          </p:cNvPr>
          <p:cNvSpPr/>
          <p:nvPr/>
        </p:nvSpPr>
        <p:spPr>
          <a:xfrm>
            <a:off x="8385868" y="3080341"/>
            <a:ext cx="1778000" cy="35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 k€</a:t>
            </a:r>
            <a:endParaRPr lang="en-US" sz="2400" dirty="0">
              <a:solidFill>
                <a:srgbClr val="065A82"/>
              </a:solidFill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CF71784-5EE2-0A4F-4E7C-E294180B00FB}"/>
              </a:ext>
            </a:extLst>
          </p:cNvPr>
          <p:cNvSpPr/>
          <p:nvPr/>
        </p:nvSpPr>
        <p:spPr>
          <a:xfrm>
            <a:off x="10163868" y="3026792"/>
            <a:ext cx="1179772" cy="470947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7FBF832B-7F5F-5E66-A249-EA369E43D6A6}"/>
              </a:ext>
            </a:extLst>
          </p:cNvPr>
          <p:cNvSpPr/>
          <p:nvPr/>
        </p:nvSpPr>
        <p:spPr>
          <a:xfrm>
            <a:off x="10163868" y="3112741"/>
            <a:ext cx="1179772" cy="3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262 k€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−14 %</a:t>
            </a:r>
            <a:endParaRPr lang="en-US" sz="105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C5CE020-E1E9-4D8A-2989-033B6681CC64}"/>
              </a:ext>
            </a:extLst>
          </p:cNvPr>
          <p:cNvSpPr txBox="1"/>
          <p:nvPr/>
        </p:nvSpPr>
        <p:spPr>
          <a:xfrm>
            <a:off x="6859975" y="1587750"/>
            <a:ext cx="433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Ça fait 3 mois que notre dépotage est largement en dessous de l’année dernière (x1/2)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Grand écran</PresentationFormat>
  <Paragraphs>39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Cambria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Bourricat</dc:creator>
  <cp:lastModifiedBy>Antoine Bourricat</cp:lastModifiedBy>
  <cp:revision>1</cp:revision>
  <dcterms:created xsi:type="dcterms:W3CDTF">2026-09-21T07:21:53Z</dcterms:created>
  <dcterms:modified xsi:type="dcterms:W3CDTF">2026-09-21T07:22:48Z</dcterms:modified>
</cp:coreProperties>
</file>